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56" r:id="rId2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106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B84611-C05A-4FE0-9E94-CECBDE5B39B4}" type="datetimeFigureOut">
              <a:rPr lang="en-US" smtClean="0"/>
              <a:t>6/25/2026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DD5657-429F-4937-8DBC-7A2164C32DAC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DD5657-429F-4937-8DBC-7A2164C32DAC}" type="slidenum">
              <a:rPr lang="en-IN" smtClean="0"/>
              <a:t>2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88B4A-5E74-4E7B-8C78-CA63012A9A2F}" type="datetimeFigureOut">
              <a:rPr lang="en-US" smtClean="0"/>
              <a:t>6/25/2026</a:t>
            </a:fld>
            <a:endParaRPr lang="en-IN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D965746A-2488-49FC-9F89-55910A74292D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88B4A-5E74-4E7B-8C78-CA63012A9A2F}" type="datetimeFigureOut">
              <a:rPr lang="en-US" smtClean="0"/>
              <a:t>6/25/2026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D965746A-2488-49FC-9F89-55910A74292D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88B4A-5E74-4E7B-8C78-CA63012A9A2F}" type="datetimeFigureOut">
              <a:rPr lang="en-US" smtClean="0"/>
              <a:t>6/25/2026</a:t>
            </a:fld>
            <a:endParaRPr lang="en-IN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D965746A-2488-49FC-9F89-55910A74292D}" type="slidenum">
              <a:rPr lang="en-IN" smtClean="0"/>
              <a:t>‹#›</a:t>
            </a:fld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F7088B4A-5E74-4E7B-8C78-CA63012A9A2F}" type="datetimeFigureOut">
              <a:rPr lang="en-US" smtClean="0"/>
              <a:t>6/25/2026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5746A-2488-49FC-9F89-55910A74292D}" type="slidenum">
              <a:rPr lang="en-IN" smtClean="0"/>
              <a:t>‹#›</a:t>
            </a:fld>
            <a:endParaRPr lang="en-IN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88B4A-5E74-4E7B-8C78-CA63012A9A2F}" type="datetimeFigureOut">
              <a:rPr lang="en-US" smtClean="0"/>
              <a:t>6/25/2026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D965746A-2488-49FC-9F89-55910A74292D}" type="slidenum">
              <a:rPr lang="en-IN" smtClean="0"/>
              <a:t>‹#›</a:t>
            </a:fld>
            <a:endParaRPr lang="en-IN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88B4A-5E74-4E7B-8C78-CA63012A9A2F}" type="datetimeFigureOut">
              <a:rPr lang="en-US" smtClean="0"/>
              <a:t>6/25/2026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D965746A-2488-49FC-9F89-55910A74292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88B4A-5E74-4E7B-8C78-CA63012A9A2F}" type="datetimeFigureOut">
              <a:rPr lang="en-US" smtClean="0"/>
              <a:t>6/25/2026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965746A-2488-49FC-9F89-55910A74292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D965746A-2488-49FC-9F89-55910A74292D}" type="slidenum">
              <a:rPr lang="en-IN" smtClean="0"/>
              <a:t>‹#›</a:t>
            </a:fld>
            <a:endParaRPr lang="en-IN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88B4A-5E74-4E7B-8C78-CA63012A9A2F}" type="datetimeFigureOut">
              <a:rPr lang="en-US" smtClean="0"/>
              <a:t>6/25/2026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D965746A-2488-49FC-9F89-55910A74292D}" type="slidenum">
              <a:rPr lang="en-IN" smtClean="0"/>
              <a:t>‹#›</a:t>
            </a:fld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F7088B4A-5E74-4E7B-8C78-CA63012A9A2F}" type="datetimeFigureOut">
              <a:rPr lang="en-US" smtClean="0"/>
              <a:t>6/25/2026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88B4A-5E74-4E7B-8C78-CA63012A9A2F}" type="datetimeFigureOut">
              <a:rPr lang="en-US" smtClean="0"/>
              <a:t>6/25/2026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5746A-2488-49FC-9F89-55910A74292D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D965746A-2488-49FC-9F89-55910A74292D}" type="slidenum">
              <a:rPr lang="en-IN" smtClean="0"/>
              <a:t>‹#›</a:t>
            </a:fld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88B4A-5E74-4E7B-8C78-CA63012A9A2F}" type="datetimeFigureOut">
              <a:rPr lang="en-US" smtClean="0"/>
              <a:t>6/25/2026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F7088B4A-5E74-4E7B-8C78-CA63012A9A2F}" type="datetimeFigureOut">
              <a:rPr lang="en-US" smtClean="0"/>
              <a:t>6/25/2026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D965746A-2488-49FC-9F89-55910A74292D}" type="slidenum">
              <a:rPr lang="en-IN" smtClean="0"/>
              <a:t>‹#›</a:t>
            </a:fld>
            <a:endParaRPr lang="en-IN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fade/>
  </p:transition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eg"/><Relationship Id="rId4" Type="http://schemas.openxmlformats.org/officeDocument/2006/relationships/image" Target="../media/image4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7.png"/><Relationship Id="rId8" Type="http://schemas.openxmlformats.org/officeDocument/2006/relationships/image" Target="../media/image8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eg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7.png"/><Relationship Id="rId7" Type="http://schemas.openxmlformats.org/officeDocument/2006/relationships/image" Target="../media/image8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eg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7.png"/><Relationship Id="rId7" Type="http://schemas.openxmlformats.org/officeDocument/2006/relationships/image" Target="../media/image8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eg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7.png"/><Relationship Id="rId7" Type="http://schemas.openxmlformats.org/officeDocument/2006/relationships/image" Target="../media/image8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eg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7.png"/><Relationship Id="rId7" Type="http://schemas.openxmlformats.org/officeDocument/2006/relationships/image" Target="../media/image8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eg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7.png"/><Relationship Id="rId7" Type="http://schemas.openxmlformats.org/officeDocument/2006/relationships/image" Target="../media/image8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eg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7.png"/><Relationship Id="rId7" Type="http://schemas.openxmlformats.org/officeDocument/2006/relationships/image" Target="../media/image8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eg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7.png"/><Relationship Id="rId7" Type="http://schemas.openxmlformats.org/officeDocument/2006/relationships/image" Target="../media/image8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eg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7.png"/><Relationship Id="rId7" Type="http://schemas.openxmlformats.org/officeDocument/2006/relationships/image" Target="../media/image8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eg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7.png"/><Relationship Id="rId7" Type="http://schemas.openxmlformats.org/officeDocument/2006/relationships/image" Target="../media/image8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eg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7.png"/><Relationship Id="rId7" Type="http://schemas.openxmlformats.org/officeDocument/2006/relationships/image" Target="../media/image8.jpe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eg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7.png"/><Relationship Id="rId7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Admin\Downloads\1764679326535-Photoroom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72322" y="-214314"/>
            <a:ext cx="2071678" cy="2071678"/>
          </a:xfrm>
          <a:prstGeom prst="rect">
            <a:avLst/>
          </a:prstGeom>
          <a:noFill/>
        </p:spPr>
      </p:pic>
      <p:pic>
        <p:nvPicPr>
          <p:cNvPr id="7" name="Picture 6" descr="RIT white logo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" y="0"/>
            <a:ext cx="5000628" cy="129119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5072074"/>
            <a:ext cx="3071833" cy="47705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500" b="1" cap="none" spc="300" dirty="0" smtClean="0">
                <a:ln w="11430" cmpd="sng">
                  <a:noFill/>
                  <a:prstDash val="solid"/>
                  <a:miter lim="800000"/>
                </a:ln>
                <a:solidFill>
                  <a:schemeClr val="bg1"/>
                </a:soli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</a:effectLst>
                <a:latin typeface="Arial" pitchFamily="34" charset="0"/>
                <a:cs typeface="Arial" pitchFamily="34" charset="0"/>
              </a:rPr>
              <a:t>Presented by</a:t>
            </a:r>
            <a:endParaRPr lang="en-US" sz="2500" b="1" cap="none" spc="300" dirty="0">
              <a:ln w="11430" cmpd="sng">
                <a:noFill/>
                <a:prstDash val="solid"/>
                <a:miter lim="800000"/>
              </a:ln>
              <a:solidFill>
                <a:schemeClr val="bg1"/>
              </a:solidFill>
              <a:effectLst>
                <a:glow rad="45500">
                  <a:schemeClr val="accent1">
                    <a:satMod val="220000"/>
                    <a:alpha val="35000"/>
                  </a:schemeClr>
                </a:glow>
              </a:effectLst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9" name="Picture 5" descr="C:\Users\Admin\Downloads\IBM_logo.svg.png"/>
          <p:cNvPicPr>
            <a:picLocks noChangeAspect="1" noChangeArrowheads="1"/>
          </p:cNvPicPr>
          <p:nvPr/>
        </p:nvPicPr>
        <p:blipFill>
          <a:blip r:embed="rId5" cstate="print">
            <a:lum bright="40000"/>
          </a:blip>
          <a:srcRect/>
          <a:stretch>
            <a:fillRect/>
          </a:stretch>
        </p:blipFill>
        <p:spPr bwMode="auto">
          <a:xfrm>
            <a:off x="6588224" y="5885112"/>
            <a:ext cx="1285884" cy="480868"/>
          </a:xfrm>
          <a:prstGeom prst="rect">
            <a:avLst/>
          </a:prstGeom>
          <a:noFill/>
        </p:spPr>
      </p:pic>
      <p:pic>
        <p:nvPicPr>
          <p:cNvPr id="1030" name="Picture 6" descr="C:\Users\Admin\Downloads\logo-nqm.png"/>
          <p:cNvPicPr>
            <a:picLocks noChangeAspect="1" noChangeArrowheads="1"/>
          </p:cNvPicPr>
          <p:nvPr/>
        </p:nvPicPr>
        <p:blipFill>
          <a:blip r:embed="rId6">
            <a:lum bright="70000" contrast="-70000"/>
          </a:blip>
          <a:srcRect/>
          <a:stretch>
            <a:fillRect/>
          </a:stretch>
        </p:blipFill>
        <p:spPr bwMode="auto">
          <a:xfrm>
            <a:off x="5214942" y="5572140"/>
            <a:ext cx="1000132" cy="1106813"/>
          </a:xfrm>
          <a:prstGeom prst="rect">
            <a:avLst/>
          </a:prstGeom>
          <a:noFill/>
        </p:spPr>
      </p:pic>
      <p:sp>
        <p:nvSpPr>
          <p:cNvPr id="17" name="Rectangle 16"/>
          <p:cNvSpPr/>
          <p:nvPr/>
        </p:nvSpPr>
        <p:spPr>
          <a:xfrm>
            <a:off x="142876" y="5572140"/>
            <a:ext cx="4500562" cy="47705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500" b="1" cap="none" spc="300" dirty="0" smtClean="0">
                <a:ln w="11430" cmpd="sng">
                  <a:noFill/>
                  <a:prstDash val="solid"/>
                  <a:miter lim="800000"/>
                </a:ln>
                <a:solidFill>
                  <a:schemeClr val="bg1"/>
                </a:soli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</a:effectLst>
                <a:latin typeface="Arial" pitchFamily="34" charset="0"/>
                <a:cs typeface="Arial" pitchFamily="34" charset="0"/>
              </a:rPr>
              <a:t>Presented by: Monish P</a:t>
            </a:r>
            <a:endParaRPr lang="en-US" sz="2500" b="1" cap="none" spc="300" dirty="0">
              <a:ln w="11430" cmpd="sng">
                <a:noFill/>
                <a:prstDash val="solid"/>
                <a:miter lim="800000"/>
              </a:ln>
              <a:solidFill>
                <a:schemeClr val="bg1"/>
              </a:solidFill>
              <a:effectLst>
                <a:glow rad="45500">
                  <a:schemeClr val="accent1">
                    <a:satMod val="220000"/>
                    <a:alpha val="35000"/>
                  </a:schemeClr>
                </a:glo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42844" y="6000768"/>
            <a:ext cx="4929222" cy="47705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500" b="1" cap="none" spc="300" dirty="0" smtClean="0">
                <a:ln w="11430" cmpd="sng">
                  <a:noFill/>
                  <a:prstDash val="solid"/>
                  <a:miter lim="800000"/>
                </a:ln>
                <a:solidFill>
                  <a:schemeClr val="bg1"/>
                </a:soli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</a:effectLst>
                <a:latin typeface="Arial" pitchFamily="34" charset="0"/>
                <a:cs typeface="Arial" pitchFamily="34" charset="0"/>
              </a:rPr>
              <a:t>Rajalakshmi Institute of Technology</a:t>
            </a:r>
            <a:endParaRPr lang="en-US" sz="2500" b="1" cap="none" spc="300" dirty="0">
              <a:ln w="11430" cmpd="sng">
                <a:noFill/>
                <a:prstDash val="solid"/>
                <a:miter lim="800000"/>
              </a:ln>
              <a:solidFill>
                <a:schemeClr val="bg1"/>
              </a:solidFill>
              <a:effectLst>
                <a:glow rad="45500">
                  <a:schemeClr val="accent1">
                    <a:satMod val="220000"/>
                    <a:alpha val="35000"/>
                  </a:schemeClr>
                </a:glow>
              </a:effectLst>
              <a:latin typeface="Arial" pitchFamily="34" charset="0"/>
              <a:cs typeface="Arial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8384" y="5763447"/>
            <a:ext cx="866775" cy="714375"/>
          </a:xfrm>
          <a:prstGeom prst="rect">
            <a:avLst/>
          </a:prstGeom>
        </p:spPr>
      </p:pic>
      <p:sp>
        <p:nvSpPr>
          <p:cNvPr id="1031" name="TextBox 1030"/>
          <p:cNvSpPr txBox="1"/>
          <p:nvPr/>
        </p:nvSpPr>
        <p:spPr>
          <a:xfrm>
            <a:off x="548640" y="36576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QT-2.21: Quantum-Enhanced Brain Tumor Classification</a:t>
            </a:r>
          </a:p>
          <a:p>
            <a:pPr>
              <a:defRPr sz="1400">
                <a:solidFill>
                  <a:srgbClr val="3B82F6"/>
                </a:solidFill>
                <a:latin typeface="Calibri"/>
              </a:defRPr>
            </a:pPr>
            <a:r>
              <a:t>Real-time Clinical Diagnosis Pipeline using Deep Feature Fusion &amp; QIEO Solver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 l="-24000" r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Users\Admin\Downloads\1764679326535-Photoroom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108831" y="35671"/>
            <a:ext cx="1285884" cy="1285884"/>
          </a:xfrm>
          <a:prstGeom prst="rect">
            <a:avLst/>
          </a:prstGeom>
          <a:noFill/>
        </p:spPr>
      </p:pic>
      <p:pic>
        <p:nvPicPr>
          <p:cNvPr id="2050" name="Picture 2" descr="C:\Users\Admin\Downloads\RIT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52062" y="285704"/>
            <a:ext cx="3043364" cy="785818"/>
          </a:xfrm>
          <a:prstGeom prst="rect">
            <a:avLst/>
          </a:prstGeom>
          <a:noFill/>
        </p:spPr>
      </p:pic>
      <p:pic>
        <p:nvPicPr>
          <p:cNvPr id="2051" name="Picture 3" descr="C:\Users\Admin\Downloads\IBM_logo.svg.pn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380312" y="357139"/>
            <a:ext cx="1528257" cy="571504"/>
          </a:xfrm>
          <a:prstGeom prst="rect">
            <a:avLst/>
          </a:prstGeom>
          <a:noFill/>
        </p:spPr>
      </p:pic>
      <p:pic>
        <p:nvPicPr>
          <p:cNvPr id="2053" name="Picture 5" descr="C:\Users\Admin\Downloads\logo-nqm.png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519518" y="249994"/>
            <a:ext cx="710054" cy="785794"/>
          </a:xfrm>
          <a:prstGeom prst="rect">
            <a:avLst/>
          </a:prstGeom>
          <a:noFill/>
        </p:spPr>
      </p:pic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304800" y="6410848"/>
            <a:ext cx="6196026" cy="232862"/>
          </a:xfrm>
        </p:spPr>
        <p:txBody>
          <a:bodyPr/>
          <a:lstStyle/>
          <a:p>
            <a:r>
              <a:rPr lang="en-IN" i="1" dirty="0" smtClean="0">
                <a:solidFill>
                  <a:schemeClr val="tx1"/>
                </a:solidFill>
                <a:latin typeface="Arial Rounded MT Bold" pitchFamily="34" charset="0"/>
              </a:rPr>
              <a:t>RIT – QUANT-A-THAN- 2026 (Innovate, Build, Transform)</a:t>
            </a:r>
            <a:endParaRPr lang="en-IN" i="1" dirty="0">
              <a:solidFill>
                <a:schemeClr val="tx1"/>
              </a:solidFill>
              <a:latin typeface="Arial Rounded MT Bold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8734" y="285704"/>
            <a:ext cx="866775" cy="71437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 cstate="print">
            <a:lum/>
          </a:blip>
          <a:srcRect/>
          <a:stretch>
            <a:fillRect l="-24000" r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Users\Admin\Downloads\1764679326535-Photoroom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108831" y="35671"/>
            <a:ext cx="1285884" cy="1285884"/>
          </a:xfrm>
          <a:prstGeom prst="rect">
            <a:avLst/>
          </a:prstGeom>
          <a:noFill/>
        </p:spPr>
      </p:pic>
      <p:pic>
        <p:nvPicPr>
          <p:cNvPr id="2050" name="Picture 2" descr="C:\Users\Admin\Downloads\RIT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52062" y="285704"/>
            <a:ext cx="3043364" cy="785818"/>
          </a:xfrm>
          <a:prstGeom prst="rect">
            <a:avLst/>
          </a:prstGeom>
          <a:noFill/>
        </p:spPr>
      </p:pic>
      <p:pic>
        <p:nvPicPr>
          <p:cNvPr id="2051" name="Picture 3" descr="C:\Users\Admin\Downloads\IBM_logo.svg.pn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380312" y="357139"/>
            <a:ext cx="1528257" cy="571504"/>
          </a:xfrm>
          <a:prstGeom prst="rect">
            <a:avLst/>
          </a:prstGeom>
          <a:noFill/>
        </p:spPr>
      </p:pic>
      <p:pic>
        <p:nvPicPr>
          <p:cNvPr id="2053" name="Picture 5" descr="C:\Users\Admin\Downloads\logo-nqm.png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519518" y="249994"/>
            <a:ext cx="710054" cy="785794"/>
          </a:xfrm>
          <a:prstGeom prst="rect">
            <a:avLst/>
          </a:prstGeom>
          <a:noFill/>
        </p:spPr>
      </p:pic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304800" y="6410848"/>
            <a:ext cx="6196026" cy="232862"/>
          </a:xfrm>
        </p:spPr>
        <p:txBody>
          <a:bodyPr/>
          <a:lstStyle/>
          <a:p>
            <a:r>
              <a:rPr lang="en-IN" i="1" dirty="0" smtClean="0">
                <a:solidFill>
                  <a:schemeClr val="tx1"/>
                </a:solidFill>
                <a:latin typeface="Arial Rounded MT Bold" pitchFamily="34" charset="0"/>
              </a:rPr>
              <a:t>RIT – QUANT-A-THAN- 2026 (Innovate, Build, Transform)</a:t>
            </a:r>
            <a:endParaRPr lang="en-IN" i="1" dirty="0">
              <a:solidFill>
                <a:schemeClr val="tx1"/>
              </a:solidFill>
              <a:latin typeface="Arial Rounded MT Bold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8734" y="285704"/>
            <a:ext cx="866775" cy="7143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 cstate="print">
            <a:lum/>
          </a:blip>
          <a:srcRect/>
          <a:stretch>
            <a:fillRect l="-24000" r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Users\Admin\Downloads\1764679326535-Photoroom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108831" y="35671"/>
            <a:ext cx="1285884" cy="1285884"/>
          </a:xfrm>
          <a:prstGeom prst="rect">
            <a:avLst/>
          </a:prstGeom>
          <a:noFill/>
        </p:spPr>
      </p:pic>
      <p:pic>
        <p:nvPicPr>
          <p:cNvPr id="2050" name="Picture 2" descr="C:\Users\Admin\Downloads\RIT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52062" y="285704"/>
            <a:ext cx="3043364" cy="785818"/>
          </a:xfrm>
          <a:prstGeom prst="rect">
            <a:avLst/>
          </a:prstGeom>
          <a:noFill/>
        </p:spPr>
      </p:pic>
      <p:pic>
        <p:nvPicPr>
          <p:cNvPr id="2051" name="Picture 3" descr="C:\Users\Admin\Downloads\IBM_logo.svg.pn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380312" y="357139"/>
            <a:ext cx="1528257" cy="571504"/>
          </a:xfrm>
          <a:prstGeom prst="rect">
            <a:avLst/>
          </a:prstGeom>
          <a:noFill/>
        </p:spPr>
      </p:pic>
      <p:pic>
        <p:nvPicPr>
          <p:cNvPr id="2053" name="Picture 5" descr="C:\Users\Admin\Downloads\logo-nqm.png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519518" y="249994"/>
            <a:ext cx="710054" cy="785794"/>
          </a:xfrm>
          <a:prstGeom prst="rect">
            <a:avLst/>
          </a:prstGeom>
          <a:noFill/>
        </p:spPr>
      </p:pic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304800" y="6410848"/>
            <a:ext cx="6196026" cy="232862"/>
          </a:xfrm>
        </p:spPr>
        <p:txBody>
          <a:bodyPr/>
          <a:lstStyle/>
          <a:p>
            <a:r>
              <a:rPr lang="en-IN" i="1" dirty="0" smtClean="0">
                <a:solidFill>
                  <a:schemeClr val="tx1"/>
                </a:solidFill>
                <a:latin typeface="Arial Rounded MT Bold" pitchFamily="34" charset="0"/>
              </a:rPr>
              <a:t>RIT – QUANT-A-THAN- 2026 (Innovate, Build, Transform)</a:t>
            </a:r>
            <a:endParaRPr lang="en-IN" i="1" dirty="0">
              <a:solidFill>
                <a:schemeClr val="tx1"/>
              </a:solidFill>
              <a:latin typeface="Arial Rounded MT Bold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8734" y="285704"/>
            <a:ext cx="866775" cy="7143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 cstate="print">
            <a:lum/>
          </a:blip>
          <a:srcRect/>
          <a:stretch>
            <a:fillRect l="-24000" r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Users\Admin\Downloads\1764679326535-Photoroom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108831" y="35671"/>
            <a:ext cx="1285884" cy="1285884"/>
          </a:xfrm>
          <a:prstGeom prst="rect">
            <a:avLst/>
          </a:prstGeom>
          <a:noFill/>
        </p:spPr>
      </p:pic>
      <p:pic>
        <p:nvPicPr>
          <p:cNvPr id="2050" name="Picture 2" descr="C:\Users\Admin\Downloads\RIT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52062" y="285704"/>
            <a:ext cx="3043364" cy="785818"/>
          </a:xfrm>
          <a:prstGeom prst="rect">
            <a:avLst/>
          </a:prstGeom>
          <a:noFill/>
        </p:spPr>
      </p:pic>
      <p:pic>
        <p:nvPicPr>
          <p:cNvPr id="2051" name="Picture 3" descr="C:\Users\Admin\Downloads\IBM_logo.svg.pn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380312" y="357139"/>
            <a:ext cx="1528257" cy="571504"/>
          </a:xfrm>
          <a:prstGeom prst="rect">
            <a:avLst/>
          </a:prstGeom>
          <a:noFill/>
        </p:spPr>
      </p:pic>
      <p:pic>
        <p:nvPicPr>
          <p:cNvPr id="2053" name="Picture 5" descr="C:\Users\Admin\Downloads\logo-nqm.png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519518" y="249994"/>
            <a:ext cx="710054" cy="785794"/>
          </a:xfrm>
          <a:prstGeom prst="rect">
            <a:avLst/>
          </a:prstGeom>
          <a:noFill/>
        </p:spPr>
      </p:pic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304800" y="6410848"/>
            <a:ext cx="6196026" cy="232862"/>
          </a:xfrm>
        </p:spPr>
        <p:txBody>
          <a:bodyPr/>
          <a:lstStyle/>
          <a:p>
            <a:r>
              <a:rPr lang="en-IN" i="1" dirty="0" smtClean="0">
                <a:solidFill>
                  <a:schemeClr val="tx1"/>
                </a:solidFill>
                <a:latin typeface="Arial Rounded MT Bold" pitchFamily="34" charset="0"/>
              </a:rPr>
              <a:t>RIT – QUANT-A-THAN- 2026 (Innovate, Build, Transform)</a:t>
            </a:r>
            <a:endParaRPr lang="en-IN" i="1" dirty="0">
              <a:solidFill>
                <a:schemeClr val="tx1"/>
              </a:solidFill>
              <a:latin typeface="Arial Rounded MT Bold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8734" y="285704"/>
            <a:ext cx="866775" cy="7143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 cstate="print">
            <a:lum/>
          </a:blip>
          <a:srcRect/>
          <a:stretch>
            <a:fillRect l="-24000" r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Users\Admin\Downloads\1764679326535-Photoroom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108831" y="35671"/>
            <a:ext cx="1285884" cy="1285884"/>
          </a:xfrm>
          <a:prstGeom prst="rect">
            <a:avLst/>
          </a:prstGeom>
          <a:noFill/>
        </p:spPr>
      </p:pic>
      <p:pic>
        <p:nvPicPr>
          <p:cNvPr id="2050" name="Picture 2" descr="C:\Users\Admin\Downloads\RIT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52062" y="285704"/>
            <a:ext cx="3043364" cy="785818"/>
          </a:xfrm>
          <a:prstGeom prst="rect">
            <a:avLst/>
          </a:prstGeom>
          <a:noFill/>
        </p:spPr>
      </p:pic>
      <p:pic>
        <p:nvPicPr>
          <p:cNvPr id="2051" name="Picture 3" descr="C:\Users\Admin\Downloads\IBM_logo.svg.pn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380312" y="357139"/>
            <a:ext cx="1528257" cy="571504"/>
          </a:xfrm>
          <a:prstGeom prst="rect">
            <a:avLst/>
          </a:prstGeom>
          <a:noFill/>
        </p:spPr>
      </p:pic>
      <p:pic>
        <p:nvPicPr>
          <p:cNvPr id="2053" name="Picture 5" descr="C:\Users\Admin\Downloads\logo-nqm.png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519518" y="249994"/>
            <a:ext cx="710054" cy="785794"/>
          </a:xfrm>
          <a:prstGeom prst="rect">
            <a:avLst/>
          </a:prstGeom>
          <a:noFill/>
        </p:spPr>
      </p:pic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304800" y="6410848"/>
            <a:ext cx="6196026" cy="232862"/>
          </a:xfrm>
        </p:spPr>
        <p:txBody>
          <a:bodyPr/>
          <a:lstStyle/>
          <a:p>
            <a:r>
              <a:rPr lang="en-IN" i="1" dirty="0" smtClean="0">
                <a:solidFill>
                  <a:schemeClr val="tx1"/>
                </a:solidFill>
                <a:latin typeface="Arial Rounded MT Bold" pitchFamily="34" charset="0"/>
              </a:rPr>
              <a:t>RIT – QUANT-A-THAN- 2026 (Innovate, Build, Transform)</a:t>
            </a:r>
            <a:endParaRPr lang="en-IN" i="1" dirty="0">
              <a:solidFill>
                <a:schemeClr val="tx1"/>
              </a:solidFill>
              <a:latin typeface="Arial Rounded MT Bold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8734" y="285704"/>
            <a:ext cx="866775" cy="7143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 cstate="print">
            <a:lum/>
          </a:blip>
          <a:srcRect/>
          <a:stretch>
            <a:fillRect l="-24000" r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Users\Admin\Downloads\1764679326535-Photoroom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108831" y="35671"/>
            <a:ext cx="1285884" cy="1285884"/>
          </a:xfrm>
          <a:prstGeom prst="rect">
            <a:avLst/>
          </a:prstGeom>
          <a:noFill/>
        </p:spPr>
      </p:pic>
      <p:pic>
        <p:nvPicPr>
          <p:cNvPr id="2050" name="Picture 2" descr="C:\Users\Admin\Downloads\RIT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52062" y="285704"/>
            <a:ext cx="3043364" cy="785818"/>
          </a:xfrm>
          <a:prstGeom prst="rect">
            <a:avLst/>
          </a:prstGeom>
          <a:noFill/>
        </p:spPr>
      </p:pic>
      <p:pic>
        <p:nvPicPr>
          <p:cNvPr id="2051" name="Picture 3" descr="C:\Users\Admin\Downloads\IBM_logo.svg.pn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380312" y="357139"/>
            <a:ext cx="1528257" cy="571504"/>
          </a:xfrm>
          <a:prstGeom prst="rect">
            <a:avLst/>
          </a:prstGeom>
          <a:noFill/>
        </p:spPr>
      </p:pic>
      <p:pic>
        <p:nvPicPr>
          <p:cNvPr id="2053" name="Picture 5" descr="C:\Users\Admin\Downloads\logo-nqm.png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519518" y="249994"/>
            <a:ext cx="710054" cy="785794"/>
          </a:xfrm>
          <a:prstGeom prst="rect">
            <a:avLst/>
          </a:prstGeom>
          <a:noFill/>
        </p:spPr>
      </p:pic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304800" y="6410848"/>
            <a:ext cx="6196026" cy="232862"/>
          </a:xfrm>
        </p:spPr>
        <p:txBody>
          <a:bodyPr/>
          <a:lstStyle/>
          <a:p>
            <a:r>
              <a:rPr lang="en-IN" i="1" dirty="0" smtClean="0">
                <a:solidFill>
                  <a:schemeClr val="tx1"/>
                </a:solidFill>
                <a:latin typeface="Arial Rounded MT Bold" pitchFamily="34" charset="0"/>
              </a:rPr>
              <a:t>RIT – QUANT-A-THAN- 2026 (Innovate, Build, Transform)</a:t>
            </a:r>
            <a:endParaRPr lang="en-IN" i="1" dirty="0">
              <a:solidFill>
                <a:schemeClr val="tx1"/>
              </a:solidFill>
              <a:latin typeface="Arial Rounded MT Bold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8734" y="285704"/>
            <a:ext cx="866775" cy="7143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 cstate="print">
            <a:lum/>
          </a:blip>
          <a:srcRect/>
          <a:stretch>
            <a:fillRect l="-24000" r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Users\Admin\Downloads\1764679326535-Photoroom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108831" y="35671"/>
            <a:ext cx="1285884" cy="1285884"/>
          </a:xfrm>
          <a:prstGeom prst="rect">
            <a:avLst/>
          </a:prstGeom>
          <a:noFill/>
        </p:spPr>
      </p:pic>
      <p:pic>
        <p:nvPicPr>
          <p:cNvPr id="2050" name="Picture 2" descr="C:\Users\Admin\Downloads\RIT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52062" y="285704"/>
            <a:ext cx="3043364" cy="785818"/>
          </a:xfrm>
          <a:prstGeom prst="rect">
            <a:avLst/>
          </a:prstGeom>
          <a:noFill/>
        </p:spPr>
      </p:pic>
      <p:pic>
        <p:nvPicPr>
          <p:cNvPr id="2051" name="Picture 3" descr="C:\Users\Admin\Downloads\IBM_logo.svg.pn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380312" y="357139"/>
            <a:ext cx="1528257" cy="571504"/>
          </a:xfrm>
          <a:prstGeom prst="rect">
            <a:avLst/>
          </a:prstGeom>
          <a:noFill/>
        </p:spPr>
      </p:pic>
      <p:pic>
        <p:nvPicPr>
          <p:cNvPr id="2053" name="Picture 5" descr="C:\Users\Admin\Downloads\logo-nqm.png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519518" y="249994"/>
            <a:ext cx="710054" cy="785794"/>
          </a:xfrm>
          <a:prstGeom prst="rect">
            <a:avLst/>
          </a:prstGeom>
          <a:noFill/>
        </p:spPr>
      </p:pic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304800" y="6410848"/>
            <a:ext cx="6196026" cy="232862"/>
          </a:xfrm>
        </p:spPr>
        <p:txBody>
          <a:bodyPr/>
          <a:lstStyle/>
          <a:p>
            <a:r>
              <a:rPr lang="en-IN" i="1" dirty="0" smtClean="0">
                <a:solidFill>
                  <a:schemeClr val="tx1"/>
                </a:solidFill>
                <a:latin typeface="Arial Rounded MT Bold" pitchFamily="34" charset="0"/>
              </a:rPr>
              <a:t>RIT – QUANT-A-THAN- 2026 (Innovate, Build, Transform)</a:t>
            </a:r>
            <a:endParaRPr lang="en-IN" i="1" dirty="0">
              <a:solidFill>
                <a:schemeClr val="tx1"/>
              </a:solidFill>
              <a:latin typeface="Arial Rounded MT Bold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8734" y="285704"/>
            <a:ext cx="866775" cy="7143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 cstate="print">
            <a:lum/>
          </a:blip>
          <a:srcRect/>
          <a:stretch>
            <a:fillRect l="-24000" r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Users\Admin\Downloads\1764679326535-Photoroom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108831" y="35671"/>
            <a:ext cx="1285884" cy="1285884"/>
          </a:xfrm>
          <a:prstGeom prst="rect">
            <a:avLst/>
          </a:prstGeom>
          <a:noFill/>
        </p:spPr>
      </p:pic>
      <p:pic>
        <p:nvPicPr>
          <p:cNvPr id="2050" name="Picture 2" descr="C:\Users\Admin\Downloads\RIT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52062" y="285704"/>
            <a:ext cx="3043364" cy="785818"/>
          </a:xfrm>
          <a:prstGeom prst="rect">
            <a:avLst/>
          </a:prstGeom>
          <a:noFill/>
        </p:spPr>
      </p:pic>
      <p:pic>
        <p:nvPicPr>
          <p:cNvPr id="2051" name="Picture 3" descr="C:\Users\Admin\Downloads\IBM_logo.svg.pn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380312" y="357139"/>
            <a:ext cx="1528257" cy="571504"/>
          </a:xfrm>
          <a:prstGeom prst="rect">
            <a:avLst/>
          </a:prstGeom>
          <a:noFill/>
        </p:spPr>
      </p:pic>
      <p:pic>
        <p:nvPicPr>
          <p:cNvPr id="2053" name="Picture 5" descr="C:\Users\Admin\Downloads\logo-nqm.png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519518" y="249994"/>
            <a:ext cx="710054" cy="785794"/>
          </a:xfrm>
          <a:prstGeom prst="rect">
            <a:avLst/>
          </a:prstGeom>
          <a:noFill/>
        </p:spPr>
      </p:pic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304800" y="6410848"/>
            <a:ext cx="6196026" cy="232862"/>
          </a:xfrm>
        </p:spPr>
        <p:txBody>
          <a:bodyPr/>
          <a:lstStyle/>
          <a:p>
            <a:r>
              <a:rPr lang="en-IN" i="1" dirty="0" smtClean="0">
                <a:solidFill>
                  <a:schemeClr val="tx1"/>
                </a:solidFill>
                <a:latin typeface="Arial Rounded MT Bold" pitchFamily="34" charset="0"/>
              </a:rPr>
              <a:t>RIT – QUANT-A-THAN- 2026 (Innovate, Build, Transform)</a:t>
            </a:r>
            <a:endParaRPr lang="en-IN" i="1" dirty="0">
              <a:solidFill>
                <a:schemeClr val="tx1"/>
              </a:solidFill>
              <a:latin typeface="Arial Rounded MT Bold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8734" y="285704"/>
            <a:ext cx="866775" cy="7143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 cstate="print">
            <a:lum/>
          </a:blip>
          <a:srcRect/>
          <a:stretch>
            <a:fillRect l="-24000" r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Users\Admin\Downloads\1764679326535-Photoroom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108831" y="35671"/>
            <a:ext cx="1285884" cy="1285884"/>
          </a:xfrm>
          <a:prstGeom prst="rect">
            <a:avLst/>
          </a:prstGeom>
          <a:noFill/>
        </p:spPr>
      </p:pic>
      <p:pic>
        <p:nvPicPr>
          <p:cNvPr id="2050" name="Picture 2" descr="C:\Users\Admin\Downloads\RIT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52062" y="285704"/>
            <a:ext cx="3043364" cy="785818"/>
          </a:xfrm>
          <a:prstGeom prst="rect">
            <a:avLst/>
          </a:prstGeom>
          <a:noFill/>
        </p:spPr>
      </p:pic>
      <p:pic>
        <p:nvPicPr>
          <p:cNvPr id="2051" name="Picture 3" descr="C:\Users\Admin\Downloads\IBM_logo.svg.pn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380312" y="357139"/>
            <a:ext cx="1528257" cy="571504"/>
          </a:xfrm>
          <a:prstGeom prst="rect">
            <a:avLst/>
          </a:prstGeom>
          <a:noFill/>
        </p:spPr>
      </p:pic>
      <p:pic>
        <p:nvPicPr>
          <p:cNvPr id="2053" name="Picture 5" descr="C:\Users\Admin\Downloads\logo-nqm.png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519518" y="249994"/>
            <a:ext cx="710054" cy="785794"/>
          </a:xfrm>
          <a:prstGeom prst="rect">
            <a:avLst/>
          </a:prstGeom>
          <a:noFill/>
        </p:spPr>
      </p:pic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304800" y="6410848"/>
            <a:ext cx="6196026" cy="232862"/>
          </a:xfrm>
        </p:spPr>
        <p:txBody>
          <a:bodyPr/>
          <a:lstStyle/>
          <a:p>
            <a:r>
              <a:rPr lang="en-IN" i="1" dirty="0" smtClean="0">
                <a:solidFill>
                  <a:schemeClr val="tx1"/>
                </a:solidFill>
                <a:latin typeface="Arial Rounded MT Bold" pitchFamily="34" charset="0"/>
              </a:rPr>
              <a:t>RIT – QUANT-A-THAN- 2026 (Innovate, Build, Transform)</a:t>
            </a:r>
            <a:endParaRPr lang="en-IN" i="1" dirty="0">
              <a:solidFill>
                <a:schemeClr val="tx1"/>
              </a:solidFill>
              <a:latin typeface="Arial Rounded MT Bold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8734" y="285704"/>
            <a:ext cx="866775" cy="7143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 cstate="print">
            <a:lum/>
          </a:blip>
          <a:srcRect/>
          <a:stretch>
            <a:fillRect l="-24000" r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Users\Admin\Downloads\1764679326535-Photoroom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108831" y="35671"/>
            <a:ext cx="1285884" cy="1285884"/>
          </a:xfrm>
          <a:prstGeom prst="rect">
            <a:avLst/>
          </a:prstGeom>
          <a:noFill/>
        </p:spPr>
      </p:pic>
      <p:pic>
        <p:nvPicPr>
          <p:cNvPr id="2050" name="Picture 2" descr="C:\Users\Admin\Downloads\RIT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52062" y="285704"/>
            <a:ext cx="3043364" cy="785818"/>
          </a:xfrm>
          <a:prstGeom prst="rect">
            <a:avLst/>
          </a:prstGeom>
          <a:noFill/>
        </p:spPr>
      </p:pic>
      <p:pic>
        <p:nvPicPr>
          <p:cNvPr id="2051" name="Picture 3" descr="C:\Users\Admin\Downloads\IBM_logo.svg.pn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380312" y="357139"/>
            <a:ext cx="1528257" cy="571504"/>
          </a:xfrm>
          <a:prstGeom prst="rect">
            <a:avLst/>
          </a:prstGeom>
          <a:noFill/>
        </p:spPr>
      </p:pic>
      <p:pic>
        <p:nvPicPr>
          <p:cNvPr id="2053" name="Picture 5" descr="C:\Users\Admin\Downloads\logo-nqm.png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519518" y="249994"/>
            <a:ext cx="710054" cy="785794"/>
          </a:xfrm>
          <a:prstGeom prst="rect">
            <a:avLst/>
          </a:prstGeom>
          <a:noFill/>
        </p:spPr>
      </p:pic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304800" y="6410848"/>
            <a:ext cx="6196026" cy="232862"/>
          </a:xfrm>
        </p:spPr>
        <p:txBody>
          <a:bodyPr/>
          <a:lstStyle/>
          <a:p>
            <a:r>
              <a:rPr lang="en-IN" i="1" dirty="0" smtClean="0">
                <a:solidFill>
                  <a:schemeClr val="tx1"/>
                </a:solidFill>
                <a:latin typeface="Arial Rounded MT Bold" pitchFamily="34" charset="0"/>
              </a:rPr>
              <a:t>RIT – QUANT-A-THAN- 2026 (Innovate, Build, Transform)</a:t>
            </a:r>
            <a:endParaRPr lang="en-IN" i="1" dirty="0">
              <a:solidFill>
                <a:schemeClr val="tx1"/>
              </a:solidFill>
              <a:latin typeface="Arial Rounded MT Bold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8734" y="285704"/>
            <a:ext cx="866775" cy="7143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 cstate="print">
            <a:lum/>
          </a:blip>
          <a:srcRect/>
          <a:stretch>
            <a:fillRect l="-24000" r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Users\Admin\Downloads\1764679326535-Photoroom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108831" y="35671"/>
            <a:ext cx="1285884" cy="1285884"/>
          </a:xfrm>
          <a:prstGeom prst="rect">
            <a:avLst/>
          </a:prstGeom>
          <a:noFill/>
        </p:spPr>
      </p:pic>
      <p:pic>
        <p:nvPicPr>
          <p:cNvPr id="2050" name="Picture 2" descr="C:\Users\Admin\Downloads\RIT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52062" y="285704"/>
            <a:ext cx="3043364" cy="785818"/>
          </a:xfrm>
          <a:prstGeom prst="rect">
            <a:avLst/>
          </a:prstGeom>
          <a:noFill/>
        </p:spPr>
      </p:pic>
      <p:pic>
        <p:nvPicPr>
          <p:cNvPr id="2051" name="Picture 3" descr="C:\Users\Admin\Downloads\IBM_logo.svg.pn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380312" y="357139"/>
            <a:ext cx="1528257" cy="571504"/>
          </a:xfrm>
          <a:prstGeom prst="rect">
            <a:avLst/>
          </a:prstGeom>
          <a:noFill/>
        </p:spPr>
      </p:pic>
      <p:pic>
        <p:nvPicPr>
          <p:cNvPr id="2053" name="Picture 5" descr="C:\Users\Admin\Downloads\logo-nqm.png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519518" y="249994"/>
            <a:ext cx="710054" cy="785794"/>
          </a:xfrm>
          <a:prstGeom prst="rect">
            <a:avLst/>
          </a:prstGeom>
          <a:noFill/>
        </p:spPr>
      </p:pic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304800" y="6410848"/>
            <a:ext cx="6196026" cy="232862"/>
          </a:xfrm>
        </p:spPr>
        <p:txBody>
          <a:bodyPr/>
          <a:lstStyle/>
          <a:p>
            <a:r>
              <a:rPr lang="en-IN" i="1" dirty="0" smtClean="0">
                <a:solidFill>
                  <a:schemeClr val="tx1"/>
                </a:solidFill>
                <a:latin typeface="Arial Rounded MT Bold" pitchFamily="34" charset="0"/>
              </a:rPr>
              <a:t>RIT – QUANT-A-THAN- 2026 (Innovate, Build, Transform)</a:t>
            </a:r>
            <a:endParaRPr lang="en-IN" i="1" dirty="0">
              <a:solidFill>
                <a:schemeClr val="tx1"/>
              </a:solidFill>
              <a:latin typeface="Arial Rounded MT Bold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8734" y="285704"/>
            <a:ext cx="866775" cy="7143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 cstate="print">
            <a:lum/>
          </a:blip>
          <a:srcRect/>
          <a:stretch>
            <a:fillRect l="-24000" r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Users\Admin\Downloads\1764679326535-Photoroom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108831" y="35671"/>
            <a:ext cx="1285884" cy="1285884"/>
          </a:xfrm>
          <a:prstGeom prst="rect">
            <a:avLst/>
          </a:prstGeom>
          <a:noFill/>
        </p:spPr>
      </p:pic>
      <p:pic>
        <p:nvPicPr>
          <p:cNvPr id="2050" name="Picture 2" descr="C:\Users\Admin\Downloads\RIT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52062" y="285704"/>
            <a:ext cx="3043364" cy="785818"/>
          </a:xfrm>
          <a:prstGeom prst="rect">
            <a:avLst/>
          </a:prstGeom>
          <a:noFill/>
        </p:spPr>
      </p:pic>
      <p:pic>
        <p:nvPicPr>
          <p:cNvPr id="2051" name="Picture 3" descr="C:\Users\Admin\Downloads\IBM_logo.svg.pn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380312" y="357139"/>
            <a:ext cx="1528257" cy="571504"/>
          </a:xfrm>
          <a:prstGeom prst="rect">
            <a:avLst/>
          </a:prstGeom>
          <a:noFill/>
        </p:spPr>
      </p:pic>
      <p:pic>
        <p:nvPicPr>
          <p:cNvPr id="2053" name="Picture 5" descr="C:\Users\Admin\Downloads\logo-nqm.png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519518" y="249994"/>
            <a:ext cx="710054" cy="785794"/>
          </a:xfrm>
          <a:prstGeom prst="rect">
            <a:avLst/>
          </a:prstGeom>
          <a:noFill/>
        </p:spPr>
      </p:pic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304800" y="6410848"/>
            <a:ext cx="6196026" cy="232862"/>
          </a:xfrm>
        </p:spPr>
        <p:txBody>
          <a:bodyPr/>
          <a:lstStyle/>
          <a:p>
            <a:r>
              <a:rPr lang="en-IN" i="1" dirty="0" smtClean="0">
                <a:solidFill>
                  <a:schemeClr val="tx1"/>
                </a:solidFill>
                <a:latin typeface="Arial Rounded MT Bold" pitchFamily="34" charset="0"/>
              </a:rPr>
              <a:t>RIT – QUANT-A-THAN- 2026 (Innovate, Build, Transform)</a:t>
            </a:r>
            <a:endParaRPr lang="en-IN" i="1" dirty="0">
              <a:solidFill>
                <a:schemeClr val="tx1"/>
              </a:solidFill>
              <a:latin typeface="Arial Rounded MT Bold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8734" y="285704"/>
            <a:ext cx="866775" cy="714375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Civic">
  <a:themeElements>
    <a:clrScheme name="Opulent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61</TotalTime>
  <Words>21</Words>
  <Application>Microsoft Office PowerPoint</Application>
  <PresentationFormat>On-screen Show (4:3)</PresentationFormat>
  <Paragraphs>5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Arial Rounded MT Bold</vt:lpstr>
      <vt:lpstr>Calibri</vt:lpstr>
      <vt:lpstr>Georgia</vt:lpstr>
      <vt:lpstr>Wingdings</vt:lpstr>
      <vt:lpstr>Wingdings 2</vt:lpstr>
      <vt:lpstr>Civic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HP</cp:lastModifiedBy>
  <cp:revision>9</cp:revision>
  <dcterms:created xsi:type="dcterms:W3CDTF">2026-06-25T14:12:27Z</dcterms:created>
  <dcterms:modified xsi:type="dcterms:W3CDTF">2026-06-25T17:33:27Z</dcterms:modified>
</cp:coreProperties>
</file>